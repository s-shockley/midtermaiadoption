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8A121-B9BD-154B-3D39-EA594A1F9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F0A1ED-8C66-FE50-B6D3-23D8CFE21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3169D-3DC8-4488-5BD2-C434E3DC8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089B9-1F2F-4605-4617-FFB2D8A6A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D4CDB-D951-616A-BC8A-24F4EDA90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66765-0F5F-E2AE-EABE-4AA90CA15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33386-26FF-54CC-EB8D-60D6CAB0A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8FFE4-8814-461E-6825-C9375484B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DD388C-FDFC-ED33-C5A2-E8EE36EDB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AF903-7BC8-E900-7D90-DD6FB9DD1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901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DAC44-0100-D0F6-C575-3D45AF505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9246-4EA1-943B-E16B-F543E1FAA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C40A43-7263-E156-7EAA-991F6EA4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455F0-5F5B-A5BB-3370-4A1A954A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B76E0-A662-322D-1455-3B070394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32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91B8-4DF4-6E73-BA20-C109278C5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50DD9-521C-DB14-A176-C135D417D6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AF0CF1-9138-3E7B-0176-BB6C9FD936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3F4F4-04DC-22C8-C1D3-4B3E22504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4258EE-B10D-D436-C934-FB5C5A4F7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66F4E-EA83-6B1A-7D9C-EAF911C6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90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B5B3F-1D6F-165A-94D7-A2AB749BC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536B6-0FB7-BFAB-BBDD-D4945F1F6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7B452-FA8C-86D4-2C69-5C816B28B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CB5F54-8D8C-BE02-CB2A-A9EBAE8A1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1821AC-9D19-CE90-1A8D-2CAEDB707A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3D574-7510-60B5-25BA-2D215E3E0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6B80DA-3035-0E81-A13D-C39B98694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455A51-A945-B35A-A73D-0A15CC77B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430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417D0-8171-4DEF-971B-60AC1A33F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E4ED8E-E432-D530-4A73-C9602892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1CAD3E-5E4D-D4C3-F1B6-242BCF537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D7994B-5170-8C2F-F3F4-EEAF954C1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98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3A47F4-28C4-1109-B9CF-4E9E72D10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AA2A3E-B357-0911-B4FE-D8F7E1916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F8E864-C3FD-89AA-F55B-F43CE8F40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937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ADF5B-5F61-7D4F-4190-AC2F8A2A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85FBE-F7BA-8F36-9349-DB2A73798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485A55-9A27-2BCA-AD26-FE68835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65FD2F-EBCD-4166-073F-681D7F22C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4B29A-DCF8-01C7-0825-0551FFB4A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30173-31FA-86E1-2F4F-9A7866CC5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22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B0C07-0AF5-2D83-BD66-A1BC986A0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4D815D-F648-B77D-FD6B-AD12106A9C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DB45FD-8576-6629-C381-B672459D82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5234D3-57E6-C1ED-D72D-769652DF2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72D58B-01E9-1E1F-645C-165DED6CA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1000-6090-2964-A5CE-901F8950A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327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D057F-DF19-D999-CB3E-56050D91F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5F87A0-20DA-EE4F-92DF-AFCDF2F9A3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A4C42C-D354-A1C5-A8E3-D61AC1E87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4785B-46D4-4B3D-9418-303892BE7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25F32B-871D-9355-E4B3-D0989619D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99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B47811-F310-41DD-8963-BA93AA0928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723A0-E878-4310-C943-142B20D4F1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CCBD6-AA21-9F8A-2C5F-821FBD396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19361-9A88-8A1A-93F8-EEDAE8074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14976-23EC-3E03-0972-049B0D2E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72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9382B9-CD85-2324-767C-A089BFCF3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3E238-D560-5D08-C1E0-3506BE9BE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B72DD-A488-FDE7-F964-184DE7EC47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5994F-B708-4CDD-9FAD-1FB834AA18DC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FA332-543C-6F57-45AA-ACF375316E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60812-A2BF-DD0D-7C73-ECEE32084A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34C46F-8080-4C31-9119-FFFC8B91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91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AD308-938A-DEC8-A051-29B7DEEF87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Global AI Adoption &amp; Workforce Impact Dataset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723F8-6F5A-81DF-D76F-002707C26C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Surpa</a:t>
            </a:r>
            <a:r>
              <a:rPr lang="en-US" dirty="0"/>
              <a:t> Coder DDI Apr2026 Cohort</a:t>
            </a:r>
          </a:p>
        </p:txBody>
      </p:sp>
    </p:spTree>
    <p:extLst>
      <p:ext uri="{BB962C8B-B14F-4D97-AF65-F5344CB8AC3E}">
        <p14:creationId xmlns:p14="http://schemas.microsoft.com/office/powerpoint/2010/main" val="1654167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7A5-2D46-FD8A-1C28-886C37004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72ED7-0F37-B7B8-0D36-B362C59DC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Study Summary</a:t>
            </a:r>
          </a:p>
          <a:p>
            <a:r>
              <a:rPr lang="en-US" dirty="0"/>
              <a:t>AI Adoption Data Distribution Summary</a:t>
            </a:r>
          </a:p>
          <a:p>
            <a:r>
              <a:rPr lang="en-US" dirty="0"/>
              <a:t>Results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126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690FE-FB84-BC27-A623-2B0C4F96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DC3CB-CDD4-2581-FD20-B30D76601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EB9B1-D74A-4A4E-09AE-46871F0C0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Explain the dataset</a:t>
            </a:r>
          </a:p>
          <a:p>
            <a:r>
              <a:rPr lang="en-US" dirty="0"/>
              <a:t>Explain the </a:t>
            </a:r>
            <a:r>
              <a:rPr lang="en-US" b="1" dirty="0"/>
              <a:t>goal</a:t>
            </a:r>
            <a:r>
              <a:rPr lang="en-US" dirty="0"/>
              <a:t> of the study</a:t>
            </a:r>
          </a:p>
          <a:p>
            <a:r>
              <a:rPr lang="en-US" strike="sngStrike" dirty="0"/>
              <a:t>Consider grabbing next two slides (global and industry distribution) and putting them both on this slide since they describe the data – lay of the land for the conclusions we will draw</a:t>
            </a:r>
          </a:p>
          <a:p>
            <a:r>
              <a:rPr lang="en-US" dirty="0"/>
              <a:t>Go over the goals on this slide, but then layout the data after that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6209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E28D6F-FE37-1A99-B87E-98F8BBCF9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C7309-6CDB-19DE-1F3E-080A7139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AI Distribution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038626-6127-FCD8-0C66-A49CF5466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76" y="583997"/>
            <a:ext cx="6018640" cy="248325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D53F4-5401-EC96-B580-6F67467DB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Image of global distribution </a:t>
            </a:r>
          </a:p>
          <a:p>
            <a:pPr lvl="1"/>
            <a:r>
              <a:rPr lang="en-US" dirty="0"/>
              <a:t>Gives visual of how widespread the information is</a:t>
            </a:r>
          </a:p>
          <a:p>
            <a:pPr lvl="1"/>
            <a:r>
              <a:rPr lang="en-US" dirty="0"/>
              <a:t>Explain that adoption range is fairly narrow</a:t>
            </a:r>
          </a:p>
          <a:p>
            <a:pPr lvl="1"/>
            <a:r>
              <a:rPr lang="en-US" dirty="0"/>
              <a:t>Explain most values being partial/ pilot adoption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20CAE2-DD6B-7B2C-BCD0-8BF23A987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773" y="3571260"/>
            <a:ext cx="3531099" cy="290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477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CBC9A06-5BDF-636A-E3DA-1FD4832C6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DA2B24D-E717-5D0E-9D57-AAD88E542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742" y="259667"/>
            <a:ext cx="3523404" cy="3131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12795B-1069-851D-0861-959BAE73C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Industry AI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14E0D-9F2F-7E72-ACB5-B22AE7ED6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Bar Chart Industry Distribution</a:t>
            </a:r>
          </a:p>
          <a:p>
            <a:r>
              <a:rPr lang="en-US" dirty="0"/>
              <a:t>Clear lead in tech followed by finance (not surprising)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668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719AD-B81D-1682-5E1B-8A979F210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2269"/>
            <a:ext cx="10515600" cy="779313"/>
          </a:xfrm>
        </p:spPr>
        <p:txBody>
          <a:bodyPr/>
          <a:lstStyle/>
          <a:p>
            <a:r>
              <a:rPr lang="en-US" dirty="0"/>
              <a:t>AI Adoption Data Distribution 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895D6D-E458-0095-91B8-EB1D9706A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953" y="1088005"/>
            <a:ext cx="6018640" cy="248325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D4CBDE1-5237-7081-35F1-1CBDF9471D94}"/>
              </a:ext>
            </a:extLst>
          </p:cNvPr>
          <p:cNvSpPr txBox="1">
            <a:spLocks/>
          </p:cNvSpPr>
          <p:nvPr/>
        </p:nvSpPr>
        <p:spPr>
          <a:xfrm>
            <a:off x="193337" y="1615080"/>
            <a:ext cx="7346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Image of global distribution </a:t>
            </a:r>
          </a:p>
          <a:p>
            <a:pPr lvl="1"/>
            <a:r>
              <a:rPr lang="en-US" dirty="0"/>
              <a:t>Gives visual of how widespread the information is</a:t>
            </a:r>
          </a:p>
          <a:p>
            <a:pPr lvl="1"/>
            <a:r>
              <a:rPr lang="en-US" dirty="0"/>
              <a:t>Explain that adoption range is fairly narrow</a:t>
            </a:r>
          </a:p>
          <a:p>
            <a:pPr lvl="1"/>
            <a:r>
              <a:rPr lang="en-US" dirty="0"/>
              <a:t>Explain most values being partial/ pilot adoption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16BC49-89D9-98CC-BA57-418AB3506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131" y="3790749"/>
            <a:ext cx="3531099" cy="2905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70CC7E-F97F-E670-3F1D-50A958C3E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231" y="3361578"/>
            <a:ext cx="3523404" cy="3131915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292F525-FEA5-8734-C3A4-0D7180C94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87351"/>
            <a:ext cx="10515600" cy="989612"/>
          </a:xfrm>
        </p:spPr>
        <p:txBody>
          <a:bodyPr/>
          <a:lstStyle/>
          <a:p>
            <a:r>
              <a:rPr lang="en-US" dirty="0"/>
              <a:t>Bar Chart Industry Distribution</a:t>
            </a:r>
          </a:p>
          <a:p>
            <a:r>
              <a:rPr lang="en-US" dirty="0"/>
              <a:t>Clear lead in tech followed by finance (not surprising)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166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4AF51-9155-2367-71DB-28709DBB1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91E60-D219-B860-6ED5-E0A430860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5E115-2D3F-7102-FB24-551ED6B6F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Study Summary</a:t>
            </a:r>
          </a:p>
          <a:p>
            <a:r>
              <a:rPr lang="en-US" dirty="0"/>
              <a:t>AI Adoption Data Distribution Summary</a:t>
            </a:r>
          </a:p>
          <a:p>
            <a:r>
              <a:rPr lang="en-US" dirty="0"/>
              <a:t>Results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943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D5854-B4D0-4DD5-8A4A-F946AF85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Results- specify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325F0-63EA-4B60-67CF-5972F3A4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880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189</Words>
  <Application>Microsoft Office PowerPoint</Application>
  <PresentationFormat>Widescreen</PresentationFormat>
  <Paragraphs>31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Global AI Adoption &amp; Workforce Impact Dataset </vt:lpstr>
      <vt:lpstr>Overview</vt:lpstr>
      <vt:lpstr>Study Summary</vt:lpstr>
      <vt:lpstr>Global AI Distribution</vt:lpstr>
      <vt:lpstr>Industry AI Distribution</vt:lpstr>
      <vt:lpstr>AI Adoption Data Distribution Summary</vt:lpstr>
      <vt:lpstr>Summary</vt:lpstr>
      <vt:lpstr>Results- specify here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Shockley</dc:creator>
  <cp:lastModifiedBy>Patrick Shockley</cp:lastModifiedBy>
  <cp:revision>2</cp:revision>
  <dcterms:created xsi:type="dcterms:W3CDTF">2026-06-05T14:53:11Z</dcterms:created>
  <dcterms:modified xsi:type="dcterms:W3CDTF">2026-06-05T17:47:13Z</dcterms:modified>
</cp:coreProperties>
</file>